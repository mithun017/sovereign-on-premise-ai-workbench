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800">
                <a:solidFill>
                  <a:srgbClr val="0F172A"/>
                </a:solidFill>
              </a:defRPr>
            </a:pPr>
            <a:r>
              <a:t>ENGINEERING PRESENTATION</a:t>
            </a:r>
          </a:p>
          <a:p>
            <a:pPr>
              <a:defRPr sz="2000">
                <a:solidFill>
                  <a:srgbClr val="0891B2"/>
                </a:solidFill>
              </a:defRPr>
            </a:pPr>
            <a:r>
              <a:t>Asset Integrity Overview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SOVRIX Sovereign AI Runtime | On-Premise Asset Reliability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</a:defRPr>
            </a:pPr>
            <a:r>
              <a:t>•  First point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</a:defRPr>
            </a:pPr>
            <a:r>
              <a:t>•  Second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